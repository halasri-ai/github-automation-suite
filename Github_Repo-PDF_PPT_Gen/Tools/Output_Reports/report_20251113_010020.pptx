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3200400"/>
          </a:xfrm>
          <a:prstGeom prst="round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2103120"/>
            <a:ext cx="1463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/>
            </a:pPr>
            <a:r>
              <a:t>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Code Analysis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E6FF"/>
                </a:solidFill>
              </a:defRPr>
            </a:pPr>
            <a:r>
              <a:t>Analysis 20251112 223236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6B4FF"/>
                </a:solidFill>
              </a:defRPr>
            </a:pPr>
            <a:r>
              <a:t>Generated: November 12, 2025</a:t>
            </a:r>
          </a:p>
          <a:p>
            <a:pPr algn="ctr">
              <a:defRPr sz="1400">
                <a:solidFill>
                  <a:srgbClr val="96B4FF"/>
                </a:solidFill>
              </a:defRPr>
            </a:pPr>
            <a:r>
              <a:t>AI-Powered Code Repository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0D47A1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0" y="2194560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</a:tblGrid>
              <a:tr h="357447">
                <a:tc>
                  <a:txBody>
                    <a:bodyPr/>
                    <a:lstStyle/>
                    <a:p>
                      <a:pPr algn="ctr">
                        <a:defRPr b="1" sz="1600"/>
                      </a:pPr>
                      <a:r>
                        <a:t>Technology / Framework / Library</a:t>
                      </a:r>
                    </a:p>
                  </a:txBody>
                  <a:tcPr>
                    <a:solidFill>
                      <a:srgbClr val="E8EAF6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The project utilizes the following technologies, frameworks, and tools: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1. **Python**: The project is written in Python, a popular and versatile programming language known for its simplicity, readability, and extensive ecosystem of libraries and frameworks.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2. **asyncio**: A library in Python's standard library for writing concurrent code using the async/await syntax. It provides a way to write asynchronous code that can efficiently handle I/O operations and other long-running tasks without blocking the main thread.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3. **MCP (Memory, Computation, and Perception)**: A server framework for managing and processing data. It provides a set of tools and functionalities for interacting with data sources, performing computations, and leveraging perception capabilities (e.g., natural language processing).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4. **ChatGoogleGenerativeAI (Gemini)**: A language model provided by Google for natural language processing tasks. It is likely a variant or an instance of Google's Generative AI models, such as LaMDA or PaLM, which are designed for language understanding, generation, and analysis.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5. **React-style agent**: A reactive agent architecture inspired by React, a popular JavaScript library for building user interfaces. In this context, the React-style agent is likely a framework or a pattern for creating interactive agents that can respond to user queries and perform actions based on the available tools and data.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6. **Command-line interface (CLI)**: The project accepts command-line arguments to specify the repository path, indicating the presence of a command-line interface for user interaction.</a:t>
                      </a:r>
                    </a:p>
                  </a:txBody>
                  <a:tcPr/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7. **File system operations**: The project involves scanning directories, finding Python files, and reading their content, which requires the use of file system operations and related libraries or modules in Python.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8. **Google API**: The project requires a Google API key to configure and utilize the ChatGoogleGenerativeAI (Gemini) language model, suggesting the integration with Google's cloud services or APIs.</a:t>
                      </a:r>
                    </a:p>
                  </a:txBody>
                  <a:tcPr/>
                </a:tc>
              </a:tr>
              <a:tr h="35745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  •  9. **Concurrency and parallelism**: The project leverages asynchronous programming techniques and the `asyncio` library, indicating the use of concurrency and parallelism concepts to improve performance and efficiency.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File &amp; Folder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*File/Folder Structure**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The project follows a typical Python package structure, with the main components organized into separate modules and directories. Here's an overview of the file/folder structure: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├── requirements.txt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│   ├── __init__.py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│   ├── agent.py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│   └── utils.py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311B92"/>
          </a:solidFill>
          <a:ln>
            <a:solidFill>
              <a:srgbClr val="311B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Core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Based on the project overview, the core modules of this application are: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1. **MultiServerMCPClient**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This module manages multiple MCP (Memory, Computation, and Perception) servers and facilitates communication with them.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It likely provides methods for connecting to MCP servers, sending requests, and receiving responses.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It may also handle tasks such as load balancing and failover mechanisms for multiple servers.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2. **ChatGoogleGenerativeAI**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01579B"/>
          </a:solidFill>
          <a:ln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Data Flow &amp;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The data flow and component interactions in this project can be summarized as follows: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1. **Command-line Arguments**: The application starts by parsing the command-line arguments to obtain the repository path.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2. **MCP Client Initialization**: The `MultiServerMCPClient` class is initialized with a server script for the specified repository. This client facilitates communication with the MCP server.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3. **Tool Retrieval**: The available tools from the MCP server are retrieved, which include functionalities like finding Python files, counting files, and reading file content.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4. **Repository Scanning**: The `find_python_files()` function is used to scan the specified repository and its common subdirectories to find all Python files present.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5. **Language Model Configuration**: The `ChatGoogleGenerativeAI` class is configured with the provided Google API key, enabling the integration of the Gemini language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Code Quality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Code Quality Analysis: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1. The code appears to be well-structured and organized, making it relatively easy to understand the overall flow and logic.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2. The use of descriptive variable and function names enhances readability and comprehension.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3. The separation of concerns into different classes and functions promotes code clarity and maintainability.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1. The project follows a modular design, with different components and functionalities separated into distinct classes and functions.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2. The `MultiServerMCPClient` class encapsulates the logic for managing multiple MCP servers, promoting code reusability and extensibility.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Red Flags &amp;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37360" y="2103120"/>
            <a:ext cx="7040880" cy="429768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Here are some potential red flags, issues, and technical debt identified in the project based on the provided overview: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1. **Scalability Concerns**: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Reading and summarizing the content of all Python files in a large repository could be computationally expensive and time-consuming, especially if the language model is not optimized for such tasks.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The application seems to be designed to process only the first Python file found, which may not be suitable for larger repositories with multiple files.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2. **Lack of Error Handling and Robustness**: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The overview does not mention any error handling mechanisms or strategies for dealing with potential failures, such as network issues, server downtime, or invalid file formats.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C62828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Security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37360" y="2103120"/>
            <a:ext cx="7040880" cy="429768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When working with a project that involves external data sources, language models, and server communication, it is crucial to consider potential security risks and implement appropriate measures to mit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1. **Repository Scanning**: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Ensure proper access controls and permissions when scanning repositories to prevent unauthorized access or data leakage.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Validate and sanitize user input (e.g., repository paths) to prevent directory traversal attacks or code injection vulnerabilities.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2. **File Content Extraction**: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C62828"/>
                </a:solidFill>
                <a:latin typeface="Calibri"/>
              </a:defRPr>
            </a:pPr>
            <a:r>
              <a:t>• Implement input validation and sanitization mechanisms to prevent code injection or execution when reading file contents.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Performance Risks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1. **File I/O Operations**: The application involves reading the content of Python files from the repository. File I/O operations can be relatively slow, especially when dealing with a large number of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2. **Network Communication**: The project relies on communication with the MCP server and the Gemini language model API. Network latency and bandwidth limitations can impact the overall performance, 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3. **Language Model Inference**: Summarizing file content using the Gemini language model can be computationally expensive, particularly for large files or when processing a significant number of file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4. **Concurrency Management**: While the project utilizes the `asyncio` library for concurrent execution, improper management of concurrency can lead to performance issues. Factors such as the number 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5. **Memory Management**: Depending on the size and number of Python files being processed, the application may consume a significant amount of memory. Inefficient memory management, such as failing t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6. **Repository Scanning**: The process of scanning the repository to find Python files can be time-consuming, especially if the repository is large or has a complex directory structure. This operatio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188720"/>
            <a:ext cx="137160" cy="50292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914400" cy="914400"/>
          </a:xfrm>
          <a:prstGeom prst="roundRect">
            <a:avLst/>
          </a:prstGeom>
          <a:solidFill>
            <a:srgbClr val="7B1FA2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/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83593"/>
                </a:solidFill>
              </a:defRPr>
            </a:pPr>
            <a:r>
              <a:t>Refactor Suggestions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828800"/>
            <a:ext cx="685800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194560"/>
            <a:ext cx="68580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Here are some refactor suggestions and optimization tips for the project: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1. **Modularization and Separation of Concerns**: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Separate the different components (e.g., repository scanning, file content extraction, language model integration, agent creation) into individual modules or classes for better code organization and m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Consider creating a dedicated module or class for handling file operations (e.g., finding Python files, reading file content) to encapsulate related functionality.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2. **Asynchronous Operations Optimization**:</a:t>
            </a:r>
          </a:p>
          <a:p>
            <a:pPr>
              <a:lnSpc>
                <a:spcPct val="120000"/>
              </a:lnSpc>
              <a:spcAft>
                <a:spcPts val="1000"/>
              </a:spcAft>
              <a:defRPr sz="1400">
                <a:solidFill>
                  <a:srgbClr val="212121"/>
                </a:solidFill>
                <a:latin typeface="Calibri"/>
              </a:defRPr>
            </a:pPr>
            <a:r>
              <a:t>• Review the usage of `asyncio` and ensure that operations are properly awaited to avoid blocking the event loop unnecessarily.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✨ Thank You!</a:t>
            </a:r>
          </a:p>
          <a:p>
            <a:pPr algn="ctr">
              <a:spcBef>
                <a:spcPts val="2000"/>
              </a:spcBef>
              <a:defRPr sz="2400">
                <a:solidFill>
                  <a:srgbClr val="C8C8C8"/>
                </a:solidFill>
              </a:defRPr>
            </a:pPr>
            <a:r>
              <a:t>End of Analysis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